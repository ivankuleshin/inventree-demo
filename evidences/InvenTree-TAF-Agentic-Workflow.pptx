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InvenTree TAF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Automation Framework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7889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pipeline where Claude agents collaborate to research, design, implement, and review automated tests — covering both API (Java) and UI (TypeScript/Playwright).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18288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TestNG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3977640"/>
            <a:ext cx="18288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3977640"/>
            <a:ext cx="18288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977640"/>
            <a:ext cx="18288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InvenTree TAF?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93192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Target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InvenTree — open-source inventory mgmt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— CRUD, Filtering, UI workflows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base URL: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demo.inventree.org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Token-based, multi-role (Admin, Engineer, Reader)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source: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docs.inventree.org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73152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92040" y="1929384"/>
            <a:ext cx="3840480" cy="374904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65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TypeScript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340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3408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 / npm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679192"/>
            <a:ext cx="3840480" cy="374904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715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Runner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7.10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090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090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5.5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429000"/>
            <a:ext cx="3840480" cy="374904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465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465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(POM pattern)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2.32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4178808"/>
            <a:ext cx="3840480" cy="374904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2153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215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 2.25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Agentic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manual testing feed parallel automation streams, unified in a final review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960120"/>
            <a:ext cx="1920240" cy="1051560"/>
          </a:xfrm>
          <a:prstGeom prst="rect">
            <a:avLst/>
          </a:prstGeom>
          <a:solidFill>
            <a:srgbClr val="5E9EA0"/>
          </a:solidFill>
          <a:ln w="12700">
            <a:solidFill>
              <a:srgbClr val="5E9E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051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0149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requirements-researcher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737360" y="1435608"/>
            <a:ext cx="1005840" cy="17373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37360" y="143560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737360" y="16459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InvenTree docs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snapshots to docs/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11880" y="1467612"/>
            <a:ext cx="17099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0" y="1394460"/>
            <a:ext cx="91440" cy="1463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0" y="960120"/>
            <a:ext cx="192024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515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52160" y="101498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manual-qa-agent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0" y="1435608"/>
            <a:ext cx="1005840" cy="17373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0" y="143560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486400" y="164592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docs, writes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manual test cases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45920" y="2048256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 +  test-cases/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355080" y="2139696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508760" y="2304288"/>
            <a:ext cx="6126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508760" y="2304288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35240" y="2304288"/>
            <a:ext cx="0" cy="91440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8640" y="2395728"/>
            <a:ext cx="1920240" cy="1051560"/>
          </a:xfrm>
          <a:prstGeom prst="rect">
            <a:avLst/>
          </a:prstGeom>
          <a:solidFill>
            <a:srgbClr val="1E6B72"/>
          </a:solidFill>
          <a:ln w="12700">
            <a:solidFill>
              <a:srgbClr val="1E6B7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5840" y="245059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api-automation-agent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40080" y="2871216"/>
            <a:ext cx="1005840" cy="17373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" y="2871216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40080" y="30815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tests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(TestNG + REST Assured)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675120" y="2395728"/>
            <a:ext cx="192024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487168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32320" y="245059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ui-automation-agent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6766560" y="2871216"/>
            <a:ext cx="1005840" cy="17373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766560" y="2871216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766560" y="3081528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tests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(Playwright + POM)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548640" y="348386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api/src/test/java/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6675120" y="348386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ui/tests/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1508760" y="3575304"/>
            <a:ext cx="0" cy="164592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635240" y="3575304"/>
            <a:ext cx="0" cy="164592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508760" y="3739896"/>
            <a:ext cx="6126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572000" y="3739896"/>
            <a:ext cx="0" cy="5486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611880" y="3794760"/>
            <a:ext cx="1920240" cy="105156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886200"/>
            <a:ext cx="320040" cy="32004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069080" y="38496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code-reviewer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3703320" y="4270248"/>
            <a:ext cx="1005840" cy="17373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703320" y="4270248"/>
            <a:ext cx="1005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3703320" y="44805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code, reports issues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auto-fix</a:t>
            </a:r>
            <a:endParaRPr lang="en-US" sz="950" dirty="0"/>
          </a:p>
        </p:txBody>
      </p:sp>
      <p:sp>
        <p:nvSpPr>
          <p:cNvPr id="48" name="Text 41"/>
          <p:cNvSpPr/>
          <p:nvPr/>
        </p:nvSpPr>
        <p:spPr>
          <a:xfrm>
            <a:off x="3611880" y="48828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 &amp; Data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folders and how artifacts flow between agents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36576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347472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InvenTree-Demo/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685239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5628"/>
            <a:ext cx="321868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docs/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0392" y="1909267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819656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api/endpoints/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2133295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043684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api/schemas/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357323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67712"/>
            <a:ext cx="321868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test-cases/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0392" y="2581351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2491740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index.md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" y="2805379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2715768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api/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0392" y="3029407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" y="2939796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ui/parts/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3253435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163824"/>
            <a:ext cx="321868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api/src/test/java/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0392" y="3477463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3387852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tests/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" y="3701491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3611880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testdata/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925519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3835908"/>
            <a:ext cx="321868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ui/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0392" y="4149547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" y="4059936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framework/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0392" y="4373575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984" y="4283964"/>
            <a:ext cx="29626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tests/ui/parts/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597603"/>
            <a:ext cx="137160" cy="18288"/>
          </a:xfrm>
          <a:prstGeom prst="rect">
            <a:avLst/>
          </a:prstGeom>
          <a:solidFill>
            <a:srgbClr val="374B60"/>
          </a:solidFill>
          <a:ln w="12700">
            <a:solidFill>
              <a:srgbClr val="374B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4507992"/>
            <a:ext cx="321868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.claude/agents/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1234440"/>
            <a:ext cx="4069080" cy="804672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234440"/>
            <a:ext cx="64008" cy="804672"/>
          </a:xfrm>
          <a:prstGeom prst="rect">
            <a:avLst/>
          </a:prstGeom>
          <a:solidFill>
            <a:srgbClr val="5E9EA0"/>
          </a:solidFill>
          <a:ln w="12700">
            <a:solidFill>
              <a:srgbClr val="5E9E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298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9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19472" y="1572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output — documentation snapshots fetched from docs.inventree.org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148840"/>
            <a:ext cx="4069080" cy="804672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148840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22128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test-cases/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19472" y="24871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output — manual test cases (MD) with traceability IDs, plus index.md as the master map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4069080" cy="804672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063240"/>
            <a:ext cx="64008" cy="804672"/>
          </a:xfrm>
          <a:prstGeom prst="rect">
            <a:avLst/>
          </a:prstGeom>
          <a:solidFill>
            <a:srgbClr val="1E6B72"/>
          </a:solidFill>
          <a:ln w="12700">
            <a:solidFill>
              <a:srgbClr val="1E6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127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 +  ui/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19472" y="34015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3a &amp; 3b output — Java test classes and TypeScript Playwright specs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977640"/>
            <a:ext cx="4069080" cy="804672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977640"/>
            <a:ext cx="64008" cy="8046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4041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919472" y="43159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definitions — prompts, roles, and output contracts for each Claude agent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Coverage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automated today — and what's on the roadmap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Tests — Java / REST Assured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4864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Parts CRUD  (TC-APCRUD-)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157984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57984"/>
            <a:ext cx="54864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Categories CRUD  (TC-ACCRUD-)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24328"/>
            <a:ext cx="54864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Filtering / Pagination / Search  (TC-APFLT-)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90672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Field-level Validation  (TC-APVAL-)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57016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Relational Integrity  (TC-APREL-)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Edge Cases — 401/403, conflicts  (TC-APEDGE-)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Tests — Playwright / TypeScript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691640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691640"/>
            <a:ext cx="54864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Part creation  (TC-UI-PC-)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2157984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157984"/>
            <a:ext cx="54864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 detail tabs  (TC-TAB-)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2624328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624328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688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Part categories  (TC-CAT-)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46320" y="3090672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090672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Part attributes  (TC-ATR-)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46320" y="3557016"/>
            <a:ext cx="3931920" cy="420624"/>
          </a:xfrm>
          <a:prstGeom prst="rect">
            <a:avLst/>
          </a:prstGeom>
          <a:solidFill>
            <a:srgbClr val="F7F9FB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557016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Units of Measure  (TC-UOM-)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4023360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023360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01768" y="4087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Part revisions  (TC-REV-)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5760" y="4663440"/>
            <a:ext cx="201168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" y="4663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0" y="4663440"/>
            <a:ext cx="20116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27632" y="4663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0" y="4663440"/>
            <a:ext cx="20116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9232" y="4663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Design Highlights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keep the generated code clean, traceable, and maintainable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4721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Dual-Method Service Layer (API)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19019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exposes a typed method (asserts + deserializes) and a raw method (returns Response as-is). Happy-path tests use typed; negative tests inspect raw status codes and error bodies.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41148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4721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96128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TestData Constants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9472" y="19019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literals — URLs, query params, expected messages, page limits — live in *TestData classes. No magic strings inline in test methods. Name builders keep TC IDs traceable.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3154680"/>
            <a:ext cx="41148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32918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3467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Object Model (UI)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0352" y="3776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BasePage validates the URL on waitForLoad(). Fixtures extend the Playwright test object with typed page-object instances. Auth is handled via a setup project that runs before chromium.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54880" y="3154680"/>
            <a:ext cx="4114800" cy="1737360"/>
          </a:xfrm>
          <a:prstGeom prst="rect">
            <a:avLst/>
          </a:prstGeom>
          <a:solidFill>
            <a:srgbClr val="F7F9FB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9472" y="32918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3467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Definitions &amp; Traceability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19472" y="377647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role and output contract is in .claude/agents/. test-cases/index.md is the authoritative TC map — every automated spec must implement exactly the TC IDs listed there.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InvenTree TAF — AI-Assisted Test Automation</dc:title>
  <dc:subject>PptxGenJS Presentation</dc:subject>
  <dc:creator>PptxGenJS</dc:creator>
  <cp:lastModifiedBy>PptxGenJS</cp:lastModifiedBy>
  <cp:revision>1</cp:revision>
  <dcterms:created xsi:type="dcterms:W3CDTF">2026-04-14T13:28:36Z</dcterms:created>
  <dcterms:modified xsi:type="dcterms:W3CDTF">2026-04-14T13:28:36Z</dcterms:modified>
</cp:coreProperties>
</file>